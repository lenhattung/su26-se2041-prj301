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LẬP TRÌNH WEB (J2EE)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THỰC HÀNH SỐ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– Form và Xử Lý Form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Bài Thực Hành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trang JSP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page directive và cấu trúc HTML cơ bản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4505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form trong JSP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form đăng ký với các loại input khác nhau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10972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73075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thông tin trong form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và xử lý dữ liệu form qua Servlet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Cấu Trúc Của Một Trang JSP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&lt;%@ page language="java"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contentType="text/html; charset=UTF-8"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pageEncoding="UTF-8"%&gt;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http-equiv="Content-Type"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content="text/html; charset=UTF-8"&gt;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&lt;title&gt;Insert title here&lt;/title&gt;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1868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Page directive khai báo ngôn ngữ, encoding và content type cho trang JSP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Tạo Form Trong JSP – Bước Đầu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phần mở rộng các trang từ .html sang .jsp: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homepage.html  →  homepage.jsp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homepage2.html  →  homepage2.jsp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50292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sachCNTT.html  →  sachCNTT.jsp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khai báo cấu trúc trang vào đầu mỗi file: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490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&lt;%@ page language="java" contentType="text/html; charset=UTF-8" pageEncoding="UTF-8"%&gt;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dangky.jsp – Cấu Trúc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trang dangky.jsp hỗ trợ khách hàng đăng ký thành viên với 3 phần thông tin: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Thông tin đăng nhập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(tên đăng nhập)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lại mật khẩu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Thông tin cá nhân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tên, Phái, Ngày sinh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thoại, Di động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đại diện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7432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508760"/>
            <a:ext cx="274320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Địa chỉ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Quốc gia, Tỉnh/Thành phố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Quận/Huyện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nhà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Thông Tin Đăng Nhập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3441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Có phải bắt buộc hay không?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Tại sao dùng địa chỉ email làm tên đăng nhập?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04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7157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Mật khẩu nên có cấu trúc ra sao?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35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Bao gồm những thành phần nào?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558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Độ dài bao nhiêu là hợp lý?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76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lại mật khẩu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0873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Vì sao phải nhập lại mật khẩu?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Thông Tin Cá Nhân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thông tin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9326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859536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35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335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 người dùng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719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Nam, Nữ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859536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sinh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Ngày, tháng, năm sinh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87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487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điện thoại bàn, công ty, cá nhân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859536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71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động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871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điện thoại di động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55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đại diện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255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 của người dùng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Những thông tin nào là bắt buộc? Lý do?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Địa Chỉ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097280"/>
            <a:ext cx="5486400" cy="640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8872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1704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Quốc gia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5486400" cy="640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993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Tỉnh/Thành phố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163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Quận/Huyện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0" y="3566160"/>
            <a:ext cx="5486400" cy="640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5760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6393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nhà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Phần Thông Tin Đăng Nhập (Input)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trang dangky.jsp, sử thẻ &lt;input&gt; cho phần thông tin đăng nhập: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56819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 colspan="2"&gt;&lt;b&gt;THÔNG TIN ĐĂNG NHẬP&lt;/b&gt;&lt;/td&gt;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9613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5458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&lt;td&gt;Email:&lt;/td&gt;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55117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&lt;td&gt;&lt;input type="text" name="email" /&gt;&lt;/td&gt;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74777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94436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14096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&lt;td&gt;Mật khẩu:&lt;/td&gt;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&lt;td&gt;&lt;input type="password" name="password" /&gt;&lt;/td&gt;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53415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7307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273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&lt;td&gt;Nhập lại mật khẩu:&lt;/td&gt;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2394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&lt;td&gt;&lt;input type="password" name="re_password" /&gt;&lt;/td&gt;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32054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51713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Thông Tin Cá Nhân – Họ Tên &amp; Phái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  (type="text")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92024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 colspan="2"&gt;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&lt;b&gt;THÔNG TIN CÁ NHÂN&lt;/b&gt;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&lt;/td&gt;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&lt;td&gt;*Họ và tên:&lt;/td&gt;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&lt;td&gt;&lt;input type="text"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name="name" /&gt;&lt;/td&gt;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9352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Phái  (type="radio")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114800" cy="192024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716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15453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&lt;td&gt;Phái:&lt;/td&gt;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8928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type="radio"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0665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name="sex" value="Nam" /&gt;Nam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240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type="radio"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4140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name="sex" value="Nữ" /&gt;Nữ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587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&lt;/td&gt;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7614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649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Thuộc tính name phải giống nhau cho cùng nhóm radio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sinh  (Select + Option + JSP scriptlet)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84124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&lt;td&gt;Ngày Sinh:&lt;/td&gt;  &lt;td&gt;&lt;select name="day"&gt;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0599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 for (int i = 1; i &lt;= 31; i++) { %&gt;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2793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value="&lt;%=i%&gt;"&gt;&lt;%=i%&gt;&lt;/option&gt;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4498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 } %&gt;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7183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&lt;/select&gt;&lt;/td&gt;  &lt;!-- Tương tự cho Tháng, Năm --&gt;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Thông Tin Cá Nhân – Điện Thoại &amp; Ảnh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điện thoại &amp; Di động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&lt;td&gt;*Số điện thoại:&lt;/td&gt;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&lt;td&gt;&lt;input type="text" name="phone" /&gt;&lt;/td&gt;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65376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&lt;td&gt;Số di động:&lt;/td&gt;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&lt;td&gt;&lt;input type="text" name="mb_phone" /&gt;&lt;/td&gt;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đại diện  (type="file")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41248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112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&lt;td&gt;Ảnh đại diện:&lt;/td&gt;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7307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&lt;td&gt;&lt;input type="file" name="avatar" /&gt;&lt;/td&gt;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502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9C4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Kết quả hiển thị: input text, radio buttons, select dropdowns, file browser (Browse...)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Phần Địa Chỉ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dữ liệu địa chỉ bằng mảng JSP: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28016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6362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String[] quocgias = {"Viet Nam", "Lao", "Camphuchia"};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String[] tinhthanhs = {"TP. HCM", "Tra Vinh", "Tay Ninh"};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String[] quanhuyens = {"Thu Duc", "Quan 9", "Quan 1"};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7685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từng select (ví dụ Quốc gia):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&lt;td&gt;Quốc gia:&lt;/td&gt;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3284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&lt;td&gt;&lt;select name="national"&gt;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 for (String qg : quocgias) { %&gt;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767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value="&lt;%=qg%&gt;"&gt;&lt;%=qg%&gt;&lt;/option&gt;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867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 } %&gt;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206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&lt;/select&gt;&lt;/td&gt;  &lt;!-- Tương tự cho Tỉnh/Thành, Quận/Huyện --&gt;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445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&lt;td&gt;Địa chỉ nhà:&lt;/td&gt;  &lt;td&gt;&lt;textarea rows="5" cols="15" name="homeadd"&gt;&lt;/textarea&gt;&lt;/td&gt;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Các Nút Xử Lý (Submit &amp; Reset)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thẻ &lt;input&gt; với các kiểu submit và reset: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27048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 colspan="2"&gt;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type="submit" value="Đăng ký"/&gt;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type="reset" value="Xóa form"&gt;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&lt;/td&gt;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560320"/>
            <a:ext cx="6400800" cy="1645920"/>
          </a:xfrm>
          <a:prstGeom prst="rect">
            <a:avLst/>
          </a:prstGeom>
          <a:solidFill>
            <a:srgbClr val="F9F9F9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3017520"/>
            <a:ext cx="1371600" cy="50292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1371600" cy="50292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form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Xử Lý Thông Tin Trong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thẻ &lt;form&gt;: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action="address" method="get"&gt;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khác nhau giữa GET và POST: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560320"/>
            <a:ext cx="411480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017520"/>
            <a:ext cx="4114800" cy="38404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hiển thị trên URL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ẩn trong body request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40156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kích thước dữ liệu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giới hạn kích thước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85616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785616"/>
            <a:ext cx="4114800" cy="38404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bookmark URL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bookmark được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1696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tìm kiếm, lọc dữ liệu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form đăng ký, đăng nhập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53712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553712"/>
            <a:ext cx="4114800" cy="38404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08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an toàn cho dữ liệu nhạy cảm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608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hơn GET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Form Action → Servlet XuLyDangKy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Thêm form action vào dangky.jsp: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action="XuLyDangKy" method="post"&gt;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8590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&lt;table&gt;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Nội dung form đăng ký --&gt;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0594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&lt;/table&gt;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Tạo Servlet XuLyDangKy.java (trong package servlet):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412480" cy="228600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249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doPost(HttpServletRequest request,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937053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HttpServletResponse response)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14919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ServletException, IOException 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36133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Lấy thông tin đăng nhập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573475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email = request.getParameter("email");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7856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password = request.getParameter("password");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97757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re_password = request.getParameter("re_password");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20989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System.out.println(email + " / " + password + " / " + re_password);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42203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Và các dữ liệu còn lại...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634179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doGet vs doPost – Phân Biệt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114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doGet()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request được gửi bằng method="get"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truyền qua URL (query string)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cho: tìm kiếm, lọc, đọc dữ liệu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refresh trang mà không bị cảnh báo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411480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86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doPost()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request được gửi bằng method="post"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truyền trong body (ẩn khỏi URL)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017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cho: đăng ký, đăng nhập, gửi 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794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trang sẽ hiện cảnh báo gửi lại dữ liệu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5074920"/>
            <a:ext cx="859536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102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Phân biệt 2 phương thức doGet và doPost trong Servlet?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thư mục servlet trong phần src và tạo Servlet XuLyDangKy: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servlet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XuLyDangKy.java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📚 JRE System Library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📚 Apache Tomcat v6.0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WebContent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images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META-INF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WEB-INF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dangky.jsp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homepage.jsp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homepage2.jsp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sachCNTT.jsp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bài thực hành: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783080"/>
            <a:ext cx="39319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783080"/>
            <a:ext cx="9144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Đổi .html → .jsp, thêm page directive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23160"/>
            <a:ext cx="9144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Tạo form đăng ký với đầy đủ input types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063240"/>
            <a:ext cx="39319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063240"/>
            <a:ext cx="9144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Sử dụng JSP scriptlet cho dropdown ngày/tháng/năm và địa chỉ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03320"/>
            <a:ext cx="9144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Tạo Servlet nhận dữ liệu qua doPost()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343400"/>
            <a:ext cx="39319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4343400"/>
            <a:ext cx="9144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Lấy dữ liệu bằng request.getParameter()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Hành Lập Trình Web (J2EE) - Bài 3</dc:title>
  <dc:subject>PptxGenJS Presentation</dc:subject>
  <dc:creator>PptxGenJS</dc:creator>
  <cp:lastModifiedBy>PptxGenJS</cp:lastModifiedBy>
  <cp:revision>1</cp:revision>
  <dcterms:created xsi:type="dcterms:W3CDTF">2026-05-14T01:13:47Z</dcterms:created>
  <dcterms:modified xsi:type="dcterms:W3CDTF">2026-05-14T01:13:47Z</dcterms:modified>
</cp:coreProperties>
</file>